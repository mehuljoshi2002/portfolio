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anrope" panose="020B0604020202020204" charset="0"/>
      <p:regular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04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605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DreamDiaryAI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09461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Memory Journal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56060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Personal Project Exploring Emotional Intelligence Through Technology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0446"/>
            <a:ext cx="99852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 with Digital Journaling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22853"/>
            <a:ext cx="4196358" cy="2765227"/>
          </a:xfrm>
          <a:prstGeom prst="roundRect">
            <a:avLst>
              <a:gd name="adj" fmla="val 738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057287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Emotional Understanding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0203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apps simply store text without helping users recognize patterns in their feelings or mental state.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22853"/>
            <a:ext cx="4196358" cy="2765227"/>
          </a:xfrm>
          <a:prstGeom prst="roundRect">
            <a:avLst>
              <a:gd name="adj" fmla="val 738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057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Habits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54770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people abandon journaling within weeks due to lack of engagement and meaningful feedback.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22853"/>
            <a:ext cx="4196358" cy="2765227"/>
          </a:xfrm>
          <a:prstGeom prst="roundRect">
            <a:avLst>
              <a:gd name="adj" fmla="val 738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057287"/>
            <a:ext cx="30396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Self-Reflection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54770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Without insights or summaries, users miss valuable opportunities for personal growth and emotional awareness.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84323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People need more than a blank page—they need understanding, encouragement, and insights that make journaling meaningful.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1281"/>
            <a:ext cx="67431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Project Matters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9970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Motivation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2649141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Mental well-being and emotional clarity are essential in our fast-paced world. I wanted to create a tool that makes self-reflection accessible and insightful.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67726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 smtClean="0">
              <a:solidFill>
                <a:srgbClr val="55575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journaling helped me process emotions, but I wondered: what if AI could reveal patterns I couldn't see on my own?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1997035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Power of Understanding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3074432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Emotional awareness is the foundation of personal growth. By combining journaling with AI-driven insights, we can help people: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509301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Recognize emotional patterns over time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589811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consistent self-care habits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670321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Gain deeper understanding of their mental state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0148"/>
            <a:ext cx="68776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Introducing DreamDiaryAI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025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thoughtfully designed journaling companion that helps users record their thoughts, understand their emotions, and track their emotional journey over time.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0326"/>
            <a:ext cx="31100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Your Thoughts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0074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Quick, distraction-free entry experience for daily reflections and memories.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4510326"/>
            <a:ext cx="35783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Your Emotions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35893" y="500074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AI-powered sentiment analysis reveals the emotional tone behind your words.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77995" y="45103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Your Journey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77995" y="500074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 trends and summaries help you see patterns and celebrate growth.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653" y="513636"/>
            <a:ext cx="4669631" cy="583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Features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3653" y="1750933"/>
            <a:ext cx="6568202" cy="1678067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53653" y="1728073"/>
            <a:ext cx="6568202" cy="91440"/>
          </a:xfrm>
          <a:prstGeom prst="roundRect">
            <a:avLst>
              <a:gd name="adj" fmla="val 183844"/>
            </a:avLst>
          </a:prstGeom>
          <a:solidFill>
            <a:srgbClr val="FF704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470779"/>
            <a:ext cx="560308" cy="560308"/>
          </a:xfrm>
          <a:prstGeom prst="roundRect">
            <a:avLst>
              <a:gd name="adj" fmla="val 163196"/>
            </a:avLst>
          </a:prstGeom>
          <a:solidFill>
            <a:srgbClr val="FF7047"/>
          </a:solidFill>
          <a:ln/>
        </p:spPr>
      </p:sp>
      <p:sp>
        <p:nvSpPr>
          <p:cNvPr id="6" name="Text 4"/>
          <p:cNvSpPr/>
          <p:nvPr/>
        </p:nvSpPr>
        <p:spPr>
          <a:xfrm>
            <a:off x="3825716" y="1610797"/>
            <a:ext cx="224076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63203" y="2217896"/>
            <a:ext cx="2334816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Text Entry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203" y="2621756"/>
            <a:ext cx="614910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Clean, distraction-free editor with autosave. Write freely without worrying about formatting or losing your thoughts.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8545" y="1750933"/>
            <a:ext cx="6568202" cy="1678067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08545" y="1728073"/>
            <a:ext cx="6568202" cy="91440"/>
          </a:xfrm>
          <a:prstGeom prst="roundRect">
            <a:avLst>
              <a:gd name="adj" fmla="val 183844"/>
            </a:avLst>
          </a:prstGeom>
          <a:solidFill>
            <a:srgbClr val="FF7047"/>
          </a:solidFill>
          <a:ln/>
        </p:spPr>
      </p:sp>
      <p:sp>
        <p:nvSpPr>
          <p:cNvPr id="11" name="Shape 9"/>
          <p:cNvSpPr/>
          <p:nvPr/>
        </p:nvSpPr>
        <p:spPr>
          <a:xfrm>
            <a:off x="10412492" y="1470779"/>
            <a:ext cx="560308" cy="560308"/>
          </a:xfrm>
          <a:prstGeom prst="roundRect">
            <a:avLst>
              <a:gd name="adj" fmla="val 163196"/>
            </a:avLst>
          </a:prstGeom>
          <a:solidFill>
            <a:srgbClr val="FF704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80608" y="1610797"/>
            <a:ext cx="224076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8095" y="2217896"/>
            <a:ext cx="2334816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Analysis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18095" y="2621756"/>
            <a:ext cx="614910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NLP using Cohere and HuggingFace models identifies emotional tones—joy, sadness, anxiety, calm, and more.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3653" y="3895844"/>
            <a:ext cx="6568202" cy="1678067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653" y="3872984"/>
            <a:ext cx="6568202" cy="91440"/>
          </a:xfrm>
          <a:prstGeom prst="roundRect">
            <a:avLst>
              <a:gd name="adj" fmla="val 183844"/>
            </a:avLst>
          </a:prstGeom>
          <a:solidFill>
            <a:srgbClr val="FF7047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3615690"/>
            <a:ext cx="560308" cy="560308"/>
          </a:xfrm>
          <a:prstGeom prst="roundRect">
            <a:avLst>
              <a:gd name="adj" fmla="val 163196"/>
            </a:avLst>
          </a:prstGeom>
          <a:solidFill>
            <a:srgbClr val="FF7047"/>
          </a:solidFill>
          <a:ln/>
        </p:spPr>
      </p:sp>
      <p:sp>
        <p:nvSpPr>
          <p:cNvPr id="18" name="Text 16"/>
          <p:cNvSpPr/>
          <p:nvPr/>
        </p:nvSpPr>
        <p:spPr>
          <a:xfrm>
            <a:off x="3825716" y="3755708"/>
            <a:ext cx="224076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63203" y="4362807"/>
            <a:ext cx="269426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Reflection Summaries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3203" y="4766667"/>
            <a:ext cx="614910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Automatically generated insights highlight key themes and emotional patterns from your entries.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8545" y="3895844"/>
            <a:ext cx="6568202" cy="1678067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8545" y="3872984"/>
            <a:ext cx="6568202" cy="91440"/>
          </a:xfrm>
          <a:prstGeom prst="roundRect">
            <a:avLst>
              <a:gd name="adj" fmla="val 183844"/>
            </a:avLst>
          </a:prstGeom>
          <a:solidFill>
            <a:srgbClr val="FF704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12492" y="3615690"/>
            <a:ext cx="560308" cy="560308"/>
          </a:xfrm>
          <a:prstGeom prst="roundRect">
            <a:avLst>
              <a:gd name="adj" fmla="val 163196"/>
            </a:avLst>
          </a:prstGeom>
          <a:solidFill>
            <a:srgbClr val="FF7047"/>
          </a:solidFill>
          <a:ln/>
        </p:spPr>
      </p:sp>
      <p:sp>
        <p:nvSpPr>
          <p:cNvPr id="24" name="Text 22"/>
          <p:cNvSpPr/>
          <p:nvPr/>
        </p:nvSpPr>
        <p:spPr>
          <a:xfrm>
            <a:off x="10580608" y="3755708"/>
            <a:ext cx="224076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18095" y="4362807"/>
            <a:ext cx="2606635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 Trend Dashboard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8095" y="4766667"/>
            <a:ext cx="614910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charts and visualizations reveal how your emotional state evolves over days, weeks, and months.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53653" y="6040755"/>
            <a:ext cx="6568202" cy="1678067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653" y="6017895"/>
            <a:ext cx="6568202" cy="91440"/>
          </a:xfrm>
          <a:prstGeom prst="roundRect">
            <a:avLst>
              <a:gd name="adj" fmla="val 183844"/>
            </a:avLst>
          </a:prstGeom>
          <a:solidFill>
            <a:srgbClr val="FF7047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0" y="5760601"/>
            <a:ext cx="560308" cy="560308"/>
          </a:xfrm>
          <a:prstGeom prst="roundRect">
            <a:avLst>
              <a:gd name="adj" fmla="val 163196"/>
            </a:avLst>
          </a:prstGeom>
          <a:solidFill>
            <a:srgbClr val="FF7047"/>
          </a:solidFill>
          <a:ln/>
        </p:spPr>
      </p:sp>
      <p:sp>
        <p:nvSpPr>
          <p:cNvPr id="30" name="Text 28"/>
          <p:cNvSpPr/>
          <p:nvPr/>
        </p:nvSpPr>
        <p:spPr>
          <a:xfrm>
            <a:off x="3825716" y="5900618"/>
            <a:ext cx="224076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863203" y="6507718"/>
            <a:ext cx="2334816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&amp; Private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3203" y="6911578"/>
            <a:ext cx="614910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encryption, authentication via Supabase, and complete data ownership. Your thoughts stay yours.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408545" y="6040755"/>
            <a:ext cx="6568202" cy="1678067"/>
          </a:xfrm>
          <a:prstGeom prst="roundRect">
            <a:avLst>
              <a:gd name="adj" fmla="val 6539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8545" y="6017895"/>
            <a:ext cx="6568202" cy="91440"/>
          </a:xfrm>
          <a:prstGeom prst="roundRect">
            <a:avLst>
              <a:gd name="adj" fmla="val 183844"/>
            </a:avLst>
          </a:prstGeom>
          <a:solidFill>
            <a:srgbClr val="FF704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2492" y="5760601"/>
            <a:ext cx="560308" cy="560308"/>
          </a:xfrm>
          <a:prstGeom prst="roundRect">
            <a:avLst>
              <a:gd name="adj" fmla="val 163196"/>
            </a:avLst>
          </a:prstGeom>
          <a:solidFill>
            <a:srgbClr val="FF7047"/>
          </a:solidFill>
          <a:ln/>
        </p:spPr>
      </p:sp>
      <p:sp>
        <p:nvSpPr>
          <p:cNvPr id="36" name="Text 34"/>
          <p:cNvSpPr/>
          <p:nvPr/>
        </p:nvSpPr>
        <p:spPr>
          <a:xfrm>
            <a:off x="10580608" y="5900618"/>
            <a:ext cx="224076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618095" y="6507718"/>
            <a:ext cx="2455902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Customizable Themes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18095" y="6911578"/>
            <a:ext cx="6149102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Light and dark modes with calming color palettes designed for comfortable, extended use.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600908"/>
            <a:ext cx="5463183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8" y="1720810"/>
            <a:ext cx="6550343" cy="8740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3337" y="281332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Your Entry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83337" y="3285768"/>
            <a:ext cx="611338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captures thoughts and experiences in the simple text editor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20810"/>
            <a:ext cx="6550343" cy="874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3680" y="281332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Analysis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533680" y="3285768"/>
            <a:ext cx="611338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models process text to identify emotions and key themes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8" y="4203383"/>
            <a:ext cx="6550343" cy="8740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3337" y="5295900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Insights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83337" y="5768340"/>
            <a:ext cx="611338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System creates sentiment tags and reflection summaries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03383"/>
            <a:ext cx="6550343" cy="8740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33680" y="5295900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Trends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533680" y="5768340"/>
            <a:ext cx="6113383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 displays emotional patterns and progress over time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64858" y="6931700"/>
            <a:ext cx="1310068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entire process happens seamlessly in seconds, giving users immediate feedback while building a rich emotional history for long-term insights.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086" y="538996"/>
            <a:ext cx="4894183" cy="611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85086" y="1444347"/>
            <a:ext cx="19573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086" y="1754148"/>
            <a:ext cx="7773829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6" name="Text 3"/>
          <p:cNvSpPr/>
          <p:nvPr/>
        </p:nvSpPr>
        <p:spPr>
          <a:xfrm>
            <a:off x="685086" y="1897737"/>
            <a:ext cx="244709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Interface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086" y="2320885"/>
            <a:ext cx="777382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with Streamlit for rapid prototyping and clean, responsive UI design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086" y="2976563"/>
            <a:ext cx="19573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086" y="3286363"/>
            <a:ext cx="7773829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0" name="Text 7"/>
          <p:cNvSpPr/>
          <p:nvPr/>
        </p:nvSpPr>
        <p:spPr>
          <a:xfrm>
            <a:off x="685086" y="3429953"/>
            <a:ext cx="244709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Layer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5086" y="3853101"/>
            <a:ext cx="777382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Handles requests between frontend and NLP models with secure authentication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086" y="4508778"/>
            <a:ext cx="19573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086" y="4818578"/>
            <a:ext cx="7773829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4" name="Text 11"/>
          <p:cNvSpPr/>
          <p:nvPr/>
        </p:nvSpPr>
        <p:spPr>
          <a:xfrm>
            <a:off x="685086" y="4962168"/>
            <a:ext cx="244709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Processing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5086" y="5385316"/>
            <a:ext cx="7773829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Cohere API and HuggingFace models perform sentiment analysis and text understanding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086" y="6354128"/>
            <a:ext cx="19573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086" y="6663928"/>
            <a:ext cx="7773829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8" name="Text 15"/>
          <p:cNvSpPr/>
          <p:nvPr/>
        </p:nvSpPr>
        <p:spPr>
          <a:xfrm>
            <a:off x="685086" y="6807517"/>
            <a:ext cx="244709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85086" y="7230666"/>
            <a:ext cx="777382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Supabase stores encrypted user data, entries, and analysis results securely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85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757720" y="2322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2812733"/>
            <a:ext cx="5415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backend language for processing, analysis, and system logic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420814" y="2322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420814" y="2812733"/>
            <a:ext cx="541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 UI development framework for building interactive interfaces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757720" y="4183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Cohere API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57720" y="4673918"/>
            <a:ext cx="5415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Advanced language models for natural language understanding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8420814" y="4183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HuggingFace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20814" y="4673918"/>
            <a:ext cx="541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 analysis models trained on emotional text data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1757720" y="6044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757720" y="6535103"/>
            <a:ext cx="5415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Backend-as-a-service for authentication and encrypted storage</a:t>
            </a:r>
            <a:endParaRPr lang="en-US" sz="1750" dirty="0"/>
          </a:p>
        </p:txBody>
      </p:sp>
      <p:sp>
        <p:nvSpPr>
          <p:cNvPr id="19" name="Text 11"/>
          <p:cNvSpPr/>
          <p:nvPr/>
        </p:nvSpPr>
        <p:spPr>
          <a:xfrm>
            <a:off x="8420814" y="6044684"/>
            <a:ext cx="29326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Libraries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420814" y="6535103"/>
            <a:ext cx="541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charts for displaying emotional trends and patterns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331" y="582454"/>
            <a:ext cx="7458432" cy="66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Learnings &amp; Future Vision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0331" y="1772245"/>
            <a:ext cx="3173135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Learned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40331" y="2380297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Integrating multiple AI models requires careful prompt engineering and data pipeline design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0331" y="3131225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privacy and trust are paramount when handling personal emotional data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0331" y="3882152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Simple, calming UX design significantly impacts user engagement with mental wellness tools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0331" y="4633079"/>
            <a:ext cx="631686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Balancing AI insights with user autonomy creates more meaningful experiences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80828" y="1772245"/>
            <a:ext cx="3259217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7580828" y="2380297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Voice-to-text entry for mobile journaling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80828" y="2792730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Personalized prompts and guided reflection exercises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80828" y="3205163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Community features with anonymous sharing options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80828" y="3617595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Integration with wearables for holistic wellness tracking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80828" y="4030027"/>
            <a:ext cx="631686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Multi-language support for global accessibility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40331" y="5727644"/>
            <a:ext cx="13149739" cy="34052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0331" y="6078974"/>
            <a:ext cx="7298412" cy="912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150"/>
              </a:lnSpc>
              <a:buNone/>
            </a:pPr>
            <a:r>
              <a:rPr lang="en-US" sz="5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740331" y="7308533"/>
            <a:ext cx="13149739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Questions? Let's discuss how AI can enhance emotional well-being and self-reflection.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675</Words>
  <Application>Microsoft Office PowerPoint</Application>
  <PresentationFormat>Custom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Inter Light</vt:lpstr>
      <vt:lpstr>Calibri</vt:lpstr>
      <vt:lpstr>Manrope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3</cp:revision>
  <dcterms:created xsi:type="dcterms:W3CDTF">2025-12-03T17:18:26Z</dcterms:created>
  <dcterms:modified xsi:type="dcterms:W3CDTF">2025-12-03T17:48:07Z</dcterms:modified>
</cp:coreProperties>
</file>